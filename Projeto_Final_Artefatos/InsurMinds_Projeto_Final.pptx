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Inteligente para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 Comparação de Apólices D&amp;O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· InsurMinds · I2A2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InsurTech Minds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Ednardo Pinheiro Peixoto (Representante) · Glenda dos Santos Tavares · Sueli Da Hora Moreira · Rafael Torres Lattaro Soares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Apólices de seguro D&amp;O são documentos longos e escritos em linguagem jurídica densa.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duas apólices exige identificar cláusulas, coberturas, exclusões, franquias e limites de responsabilidade — um trabalho manual que consome várias horas de especialistas.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66560" y="1463040"/>
            <a:ext cx="4663440" cy="1645920"/>
          </a:xfrm>
          <a:prstGeom prst="roundRect">
            <a:avLst>
              <a:gd name="adj" fmla="val 5556"/>
            </a:avLst>
          </a:prstGeom>
          <a:solidFill>
            <a:srgbClr val="F2F4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95160" y="1645920"/>
            <a:ext cx="42062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60+ páginas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995160" y="2483510"/>
            <a:ext cx="4206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médio de uma apólice D&amp;O completa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0" y="3291840"/>
            <a:ext cx="4663440" cy="1645920"/>
          </a:xfrm>
          <a:prstGeom prst="roundRect">
            <a:avLst>
              <a:gd name="adj" fmla="val 5556"/>
            </a:avLst>
          </a:prstGeom>
          <a:solidFill>
            <a:srgbClr val="F2F4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95160" y="3474720"/>
            <a:ext cx="42062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4312310"/>
            <a:ext cx="4206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trabalho manual de um especialista para comparar 2 apólices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protótipo (MVP) que usa OCR e IA Generativa para automatizar a extração, estruturação e comparação de apólices D&amp;O.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qualquer PDF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947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nativo ou escaneado (OCR)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651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832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automaticamente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7947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seguradora, limites, franquias, coberturas, exclusões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651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apólices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7947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objetiva + resumo em linguagem natural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69680" y="2651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696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Apoiar a decisão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37947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substituir o julgamento do especialista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multiagente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514600" cy="4480560"/>
          </a:xfrm>
          <a:prstGeom prst="roundRect">
            <a:avLst>
              <a:gd name="adj" fmla="val 4364"/>
            </a:avLst>
          </a:prstGeom>
          <a:solidFill>
            <a:srgbClr val="2631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ExtratorDocumentoAgent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08960"/>
            <a:ext cx="2057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 o texto do PDF — direto ou via OCR (Tesseract) se for uma imagem escaneada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32918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514600" cy="4480560"/>
          </a:xfrm>
          <a:prstGeom prst="roundRect">
            <a:avLst>
              <a:gd name="adj" fmla="val 4364"/>
            </a:avLst>
          </a:prstGeom>
          <a:solidFill>
            <a:srgbClr val="2631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1691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057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EstruturadorApoliceAgent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108960"/>
            <a:ext cx="2057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IA Generativa (Gemini) para estruturar os dados em JSON padronizado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32918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14600" cy="4480560"/>
          </a:xfrm>
          <a:prstGeom prst="roundRect">
            <a:avLst>
              <a:gd name="adj" fmla="val 4364"/>
            </a:avLst>
          </a:prstGeom>
          <a:solidFill>
            <a:srgbClr val="2631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1691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057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ArmazenamentoAgent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108960"/>
            <a:ext cx="2057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 os dados estruturados em banco SQLite para consulta posterior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329184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869680" y="1463040"/>
            <a:ext cx="2514600" cy="4480560"/>
          </a:xfrm>
          <a:prstGeom prst="roundRect">
            <a:avLst>
              <a:gd name="adj" fmla="val 4364"/>
            </a:avLst>
          </a:prstGeom>
          <a:solidFill>
            <a:srgbClr val="26317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098280" y="1691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2057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ComparadorApoliceAgent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098280" y="3108960"/>
            <a:ext cx="2057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2 apólices: tabela determinística + resumo comparativo por IA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utilizadas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F2F4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base do projeto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3400" y="155448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F2F4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1737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286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(upload + comparação)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155448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F2F4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1737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286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texto nativo de PDF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F2F4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657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206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para PDFs escaneados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347472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F2F4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0" y="3657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Google Gemini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206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(estruturação e comparação), gratuito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347472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F2F4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75320" y="3657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206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estruturado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real de teste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entre 2 apólices D&amp;O reais (condições gerais públicas de Allianz e Berkley)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789920" cy="237744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38404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Allianz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Berkley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Âmbito Geográfico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Mundial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Mundial, exceto EUA/Canadá/Irã/Cuba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Complementar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meses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meses (automático)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Extensões de Cobertura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extensões especiais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extensões, com foco trabalhista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4805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Apólice 1 (Allianz) tende a ser mais adequada para empresas com exposição internacional ampla... a Apólice 2 (Berkley) se insere melhor em perfis de risco focados no mercado nacional.”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669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Resumo comparativo gerado automaticamente pelo Agente 4 (IA Generativa)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evolução futura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conhecidas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granizo/eventos climáticos inferidos por proxy quando a fonte de dados não é específica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fictícia/documentos de teste — não conectado a sistemas reais de seguradoras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(fallback) tem menor precisão que a extração direta em documentos escaneados de baixa qualidade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463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futura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96596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Suportar comparação simultânea de mais de 2 apólices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o resultado da comparação em PDF/Word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estruturação para não reprocessar o mesmo documento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comparações e painel de indicadores por corretor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Inteligente para Análise e Comparação de Apólices D&amp;O — Grupo InsurTech Minds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github.com/EDNARDOPPEIXOTO99  ·  InsurMinds · I2A2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2026-09-27T23:16:09Z</dcterms:created>
  <dcterms:modified xsi:type="dcterms:W3CDTF">2026-09-27T23:16:09Z</dcterms:modified>
</cp:coreProperties>
</file>